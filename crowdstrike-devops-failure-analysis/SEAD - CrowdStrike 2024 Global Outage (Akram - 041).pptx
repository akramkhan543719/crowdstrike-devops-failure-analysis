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63" r:id="rId10"/>
    <p:sldId id="264" r:id="rId11"/>
    <p:sldId id="265" r:id="rId12"/>
    <p:sldId id="266" r:id="rId13"/>
    <p:sldId id="274" r:id="rId14"/>
    <p:sldId id="267" r:id="rId15"/>
    <p:sldId id="276" r:id="rId16"/>
    <p:sldId id="268" r:id="rId17"/>
    <p:sldId id="277" r:id="rId18"/>
    <p:sldId id="269" r:id="rId19"/>
    <p:sldId id="270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81F33E-A38E-435C-979E-37606372D44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E307208-F108-446A-A756-2274BF9E11C0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Agile iterative lifecycle with continuous releases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48C0249-8BF3-4EAA-B8E8-C2BCD25D3310}" type="parTrans" cxnId="{E2E59D8F-6AC9-4C67-9417-F8605C24C365}">
      <dgm:prSet/>
      <dgm:spPr/>
      <dgm:t>
        <a:bodyPr/>
        <a:lstStyle/>
        <a:p>
          <a:endParaRPr lang="en-US"/>
        </a:p>
      </dgm:t>
    </dgm:pt>
    <dgm:pt modelId="{4EE4E43D-A246-46BD-BEA2-38C4360F2FA2}" type="sibTrans" cxnId="{E2E59D8F-6AC9-4C67-9417-F8605C24C365}">
      <dgm:prSet/>
      <dgm:spPr/>
      <dgm:t>
        <a:bodyPr/>
        <a:lstStyle/>
        <a:p>
          <a:endParaRPr lang="en-US"/>
        </a:p>
      </dgm:t>
    </dgm:pt>
    <dgm:pt modelId="{1618B8E9-3A0A-4E9B-A18F-5C8973360141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Planning → Development → Testing → Deployment → Feedback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1916056-3240-4F46-9607-B4608F1CC062}" type="parTrans" cxnId="{17CFA62D-55E5-4887-8110-544DE555D3A1}">
      <dgm:prSet/>
      <dgm:spPr/>
      <dgm:t>
        <a:bodyPr/>
        <a:lstStyle/>
        <a:p>
          <a:endParaRPr lang="en-US"/>
        </a:p>
      </dgm:t>
    </dgm:pt>
    <dgm:pt modelId="{61066A52-8BE2-45B8-A9BC-E1BE4FA05250}" type="sibTrans" cxnId="{17CFA62D-55E5-4887-8110-544DE555D3A1}">
      <dgm:prSet/>
      <dgm:spPr/>
      <dgm:t>
        <a:bodyPr/>
        <a:lstStyle/>
        <a:p>
          <a:endParaRPr lang="en-US"/>
        </a:p>
      </dgm:t>
    </dgm:pt>
    <dgm:pt modelId="{32915332-07F4-41CE-933A-01A9DE9A3017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Faster delivery compared to Waterfall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AF3F90-2626-4761-9C98-871483FE20B0}" type="parTrans" cxnId="{A466233B-CD4D-4E88-980F-D7C03B1F1C33}">
      <dgm:prSet/>
      <dgm:spPr/>
      <dgm:t>
        <a:bodyPr/>
        <a:lstStyle/>
        <a:p>
          <a:endParaRPr lang="en-US"/>
        </a:p>
      </dgm:t>
    </dgm:pt>
    <dgm:pt modelId="{D5E3C83B-791C-4EF7-88F6-562C5F4B3FE5}" type="sibTrans" cxnId="{A466233B-CD4D-4E88-980F-D7C03B1F1C33}">
      <dgm:prSet/>
      <dgm:spPr/>
      <dgm:t>
        <a:bodyPr/>
        <a:lstStyle/>
        <a:p>
          <a:endParaRPr lang="en-US"/>
        </a:p>
      </dgm:t>
    </dgm:pt>
    <dgm:pt modelId="{3F94E222-463F-4C39-B15F-400FB1529CBD}">
      <dgm:prSet/>
      <dgm:spPr/>
      <dgm:t>
        <a:bodyPr/>
        <a:lstStyle/>
        <a:p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Weak validation phases caused deployment risk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F90383-CA3B-4F8F-8960-B765297694FB}" type="parTrans" cxnId="{63E1223D-FD67-423C-8754-009D010C9D29}">
      <dgm:prSet/>
      <dgm:spPr/>
      <dgm:t>
        <a:bodyPr/>
        <a:lstStyle/>
        <a:p>
          <a:endParaRPr lang="en-US"/>
        </a:p>
      </dgm:t>
    </dgm:pt>
    <dgm:pt modelId="{90A7ADD0-98A1-4EDA-8677-33896C519800}" type="sibTrans" cxnId="{63E1223D-FD67-423C-8754-009D010C9D29}">
      <dgm:prSet/>
      <dgm:spPr/>
      <dgm:t>
        <a:bodyPr/>
        <a:lstStyle/>
        <a:p>
          <a:endParaRPr lang="en-US"/>
        </a:p>
      </dgm:t>
    </dgm:pt>
    <dgm:pt modelId="{589E1D31-D827-44E8-B4D5-CCD362BC583C}" type="pres">
      <dgm:prSet presAssocID="{F181F33E-A38E-435C-979E-37606372D44F}" presName="vert0" presStyleCnt="0">
        <dgm:presLayoutVars>
          <dgm:dir/>
          <dgm:animOne val="branch"/>
          <dgm:animLvl val="lvl"/>
        </dgm:presLayoutVars>
      </dgm:prSet>
      <dgm:spPr/>
    </dgm:pt>
    <dgm:pt modelId="{25358D5C-CD6A-4BCC-AA19-FE35FBC3CB4C}" type="pres">
      <dgm:prSet presAssocID="{DE307208-F108-446A-A756-2274BF9E11C0}" presName="thickLine" presStyleLbl="alignNode1" presStyleIdx="0" presStyleCnt="4"/>
      <dgm:spPr/>
    </dgm:pt>
    <dgm:pt modelId="{DAC37F6E-AA35-4A8E-B74F-A4FD48C88D50}" type="pres">
      <dgm:prSet presAssocID="{DE307208-F108-446A-A756-2274BF9E11C0}" presName="horz1" presStyleCnt="0"/>
      <dgm:spPr/>
    </dgm:pt>
    <dgm:pt modelId="{C9CE25BF-3879-4E46-ABCC-64409C758BB8}" type="pres">
      <dgm:prSet presAssocID="{DE307208-F108-446A-A756-2274BF9E11C0}" presName="tx1" presStyleLbl="revTx" presStyleIdx="0" presStyleCnt="4"/>
      <dgm:spPr/>
    </dgm:pt>
    <dgm:pt modelId="{D9148CF2-D02A-4032-914D-1B0493F5FCF5}" type="pres">
      <dgm:prSet presAssocID="{DE307208-F108-446A-A756-2274BF9E11C0}" presName="vert1" presStyleCnt="0"/>
      <dgm:spPr/>
    </dgm:pt>
    <dgm:pt modelId="{9019F92D-8148-4778-A056-47627167800A}" type="pres">
      <dgm:prSet presAssocID="{1618B8E9-3A0A-4E9B-A18F-5C8973360141}" presName="thickLine" presStyleLbl="alignNode1" presStyleIdx="1" presStyleCnt="4"/>
      <dgm:spPr/>
    </dgm:pt>
    <dgm:pt modelId="{94C70DE6-7233-4A1E-9854-C5FDE169C014}" type="pres">
      <dgm:prSet presAssocID="{1618B8E9-3A0A-4E9B-A18F-5C8973360141}" presName="horz1" presStyleCnt="0"/>
      <dgm:spPr/>
    </dgm:pt>
    <dgm:pt modelId="{7E4A6CDD-166A-41C7-9882-466641E8E66A}" type="pres">
      <dgm:prSet presAssocID="{1618B8E9-3A0A-4E9B-A18F-5C8973360141}" presName="tx1" presStyleLbl="revTx" presStyleIdx="1" presStyleCnt="4"/>
      <dgm:spPr/>
    </dgm:pt>
    <dgm:pt modelId="{6769A996-40D3-4608-9013-B6F0E3CF199C}" type="pres">
      <dgm:prSet presAssocID="{1618B8E9-3A0A-4E9B-A18F-5C8973360141}" presName="vert1" presStyleCnt="0"/>
      <dgm:spPr/>
    </dgm:pt>
    <dgm:pt modelId="{D1D60FBD-7D03-48A8-A830-4EA439D502F8}" type="pres">
      <dgm:prSet presAssocID="{32915332-07F4-41CE-933A-01A9DE9A3017}" presName="thickLine" presStyleLbl="alignNode1" presStyleIdx="2" presStyleCnt="4"/>
      <dgm:spPr/>
    </dgm:pt>
    <dgm:pt modelId="{8ECD7D05-F38D-41F4-A849-77B319CE8532}" type="pres">
      <dgm:prSet presAssocID="{32915332-07F4-41CE-933A-01A9DE9A3017}" presName="horz1" presStyleCnt="0"/>
      <dgm:spPr/>
    </dgm:pt>
    <dgm:pt modelId="{0713FC55-3AD4-4B2B-B4DB-1C4A166C0AA8}" type="pres">
      <dgm:prSet presAssocID="{32915332-07F4-41CE-933A-01A9DE9A3017}" presName="tx1" presStyleLbl="revTx" presStyleIdx="2" presStyleCnt="4"/>
      <dgm:spPr/>
    </dgm:pt>
    <dgm:pt modelId="{BBC7734B-909B-4947-AC25-029BAEBFDF02}" type="pres">
      <dgm:prSet presAssocID="{32915332-07F4-41CE-933A-01A9DE9A3017}" presName="vert1" presStyleCnt="0"/>
      <dgm:spPr/>
    </dgm:pt>
    <dgm:pt modelId="{7A758D1C-AB51-4F99-874C-ABE8BC6C3D06}" type="pres">
      <dgm:prSet presAssocID="{3F94E222-463F-4C39-B15F-400FB1529CBD}" presName="thickLine" presStyleLbl="alignNode1" presStyleIdx="3" presStyleCnt="4"/>
      <dgm:spPr/>
    </dgm:pt>
    <dgm:pt modelId="{3871F1BD-BC8C-4803-9D9A-211DD10DA048}" type="pres">
      <dgm:prSet presAssocID="{3F94E222-463F-4C39-B15F-400FB1529CBD}" presName="horz1" presStyleCnt="0"/>
      <dgm:spPr/>
    </dgm:pt>
    <dgm:pt modelId="{11D587B9-7BF0-4A4C-A0FB-16C13420A793}" type="pres">
      <dgm:prSet presAssocID="{3F94E222-463F-4C39-B15F-400FB1529CBD}" presName="tx1" presStyleLbl="revTx" presStyleIdx="3" presStyleCnt="4"/>
      <dgm:spPr/>
    </dgm:pt>
    <dgm:pt modelId="{C09ED0E3-10CC-4A56-8DD0-255C6B3F7901}" type="pres">
      <dgm:prSet presAssocID="{3F94E222-463F-4C39-B15F-400FB1529CBD}" presName="vert1" presStyleCnt="0"/>
      <dgm:spPr/>
    </dgm:pt>
  </dgm:ptLst>
  <dgm:cxnLst>
    <dgm:cxn modelId="{71B48400-7E14-4403-8715-ACE5B7958FD8}" type="presOf" srcId="{F181F33E-A38E-435C-979E-37606372D44F}" destId="{589E1D31-D827-44E8-B4D5-CCD362BC583C}" srcOrd="0" destOrd="0" presId="urn:microsoft.com/office/officeart/2008/layout/LinedList"/>
    <dgm:cxn modelId="{17CFA62D-55E5-4887-8110-544DE555D3A1}" srcId="{F181F33E-A38E-435C-979E-37606372D44F}" destId="{1618B8E9-3A0A-4E9B-A18F-5C8973360141}" srcOrd="1" destOrd="0" parTransId="{81916056-3240-4F46-9607-B4608F1CC062}" sibTransId="{61066A52-8BE2-45B8-A9BC-E1BE4FA05250}"/>
    <dgm:cxn modelId="{A466233B-CD4D-4E88-980F-D7C03B1F1C33}" srcId="{F181F33E-A38E-435C-979E-37606372D44F}" destId="{32915332-07F4-41CE-933A-01A9DE9A3017}" srcOrd="2" destOrd="0" parTransId="{90AF3F90-2626-4761-9C98-871483FE20B0}" sibTransId="{D5E3C83B-791C-4EF7-88F6-562C5F4B3FE5}"/>
    <dgm:cxn modelId="{63E1223D-FD67-423C-8754-009D010C9D29}" srcId="{F181F33E-A38E-435C-979E-37606372D44F}" destId="{3F94E222-463F-4C39-B15F-400FB1529CBD}" srcOrd="3" destOrd="0" parTransId="{80F90383-CA3B-4F8F-8960-B765297694FB}" sibTransId="{90A7ADD0-98A1-4EDA-8677-33896C519800}"/>
    <dgm:cxn modelId="{DDC73765-B4E8-4D49-A6CB-484C3C04C7CA}" type="presOf" srcId="{32915332-07F4-41CE-933A-01A9DE9A3017}" destId="{0713FC55-3AD4-4B2B-B4DB-1C4A166C0AA8}" srcOrd="0" destOrd="0" presId="urn:microsoft.com/office/officeart/2008/layout/LinedList"/>
    <dgm:cxn modelId="{17D75745-EB0A-4D97-85AF-FEB9C5D33012}" type="presOf" srcId="{3F94E222-463F-4C39-B15F-400FB1529CBD}" destId="{11D587B9-7BF0-4A4C-A0FB-16C13420A793}" srcOrd="0" destOrd="0" presId="urn:microsoft.com/office/officeart/2008/layout/LinedList"/>
    <dgm:cxn modelId="{CF44B047-FDD3-4BD1-B46E-3C07CB454EA1}" type="presOf" srcId="{DE307208-F108-446A-A756-2274BF9E11C0}" destId="{C9CE25BF-3879-4E46-ABCC-64409C758BB8}" srcOrd="0" destOrd="0" presId="urn:microsoft.com/office/officeart/2008/layout/LinedList"/>
    <dgm:cxn modelId="{E2E59D8F-6AC9-4C67-9417-F8605C24C365}" srcId="{F181F33E-A38E-435C-979E-37606372D44F}" destId="{DE307208-F108-446A-A756-2274BF9E11C0}" srcOrd="0" destOrd="0" parTransId="{748C0249-8BF3-4EAA-B8E8-C2BCD25D3310}" sibTransId="{4EE4E43D-A246-46BD-BEA2-38C4360F2FA2}"/>
    <dgm:cxn modelId="{8822E6C4-8D53-493B-B1FC-D230610E4AAF}" type="presOf" srcId="{1618B8E9-3A0A-4E9B-A18F-5C8973360141}" destId="{7E4A6CDD-166A-41C7-9882-466641E8E66A}" srcOrd="0" destOrd="0" presId="urn:microsoft.com/office/officeart/2008/layout/LinedList"/>
    <dgm:cxn modelId="{BEEBAB59-A3D4-441F-B523-65F13D94A178}" type="presParOf" srcId="{589E1D31-D827-44E8-B4D5-CCD362BC583C}" destId="{25358D5C-CD6A-4BCC-AA19-FE35FBC3CB4C}" srcOrd="0" destOrd="0" presId="urn:microsoft.com/office/officeart/2008/layout/LinedList"/>
    <dgm:cxn modelId="{11859EFF-C866-4871-BE0F-355208273151}" type="presParOf" srcId="{589E1D31-D827-44E8-B4D5-CCD362BC583C}" destId="{DAC37F6E-AA35-4A8E-B74F-A4FD48C88D50}" srcOrd="1" destOrd="0" presId="urn:microsoft.com/office/officeart/2008/layout/LinedList"/>
    <dgm:cxn modelId="{427D9483-0E3B-4AFA-A8A7-6E932E3F3B53}" type="presParOf" srcId="{DAC37F6E-AA35-4A8E-B74F-A4FD48C88D50}" destId="{C9CE25BF-3879-4E46-ABCC-64409C758BB8}" srcOrd="0" destOrd="0" presId="urn:microsoft.com/office/officeart/2008/layout/LinedList"/>
    <dgm:cxn modelId="{F9F6FDB1-2601-4A3D-8B3F-6B8ADA2A62D9}" type="presParOf" srcId="{DAC37F6E-AA35-4A8E-B74F-A4FD48C88D50}" destId="{D9148CF2-D02A-4032-914D-1B0493F5FCF5}" srcOrd="1" destOrd="0" presId="urn:microsoft.com/office/officeart/2008/layout/LinedList"/>
    <dgm:cxn modelId="{6C6F8164-2A30-4B38-8F99-DA4E607A70BD}" type="presParOf" srcId="{589E1D31-D827-44E8-B4D5-CCD362BC583C}" destId="{9019F92D-8148-4778-A056-47627167800A}" srcOrd="2" destOrd="0" presId="urn:microsoft.com/office/officeart/2008/layout/LinedList"/>
    <dgm:cxn modelId="{8D788E09-B7CF-4C1B-A3BD-C1D8EB7C9A6A}" type="presParOf" srcId="{589E1D31-D827-44E8-B4D5-CCD362BC583C}" destId="{94C70DE6-7233-4A1E-9854-C5FDE169C014}" srcOrd="3" destOrd="0" presId="urn:microsoft.com/office/officeart/2008/layout/LinedList"/>
    <dgm:cxn modelId="{5A728E03-0681-4111-AA76-3D2884B460E7}" type="presParOf" srcId="{94C70DE6-7233-4A1E-9854-C5FDE169C014}" destId="{7E4A6CDD-166A-41C7-9882-466641E8E66A}" srcOrd="0" destOrd="0" presId="urn:microsoft.com/office/officeart/2008/layout/LinedList"/>
    <dgm:cxn modelId="{A5435DD5-B6AB-4D35-8C16-1DC3542F04E1}" type="presParOf" srcId="{94C70DE6-7233-4A1E-9854-C5FDE169C014}" destId="{6769A996-40D3-4608-9013-B6F0E3CF199C}" srcOrd="1" destOrd="0" presId="urn:microsoft.com/office/officeart/2008/layout/LinedList"/>
    <dgm:cxn modelId="{A5EFA106-E1E3-4D04-BC31-76A3AD33CD95}" type="presParOf" srcId="{589E1D31-D827-44E8-B4D5-CCD362BC583C}" destId="{D1D60FBD-7D03-48A8-A830-4EA439D502F8}" srcOrd="4" destOrd="0" presId="urn:microsoft.com/office/officeart/2008/layout/LinedList"/>
    <dgm:cxn modelId="{98E613EC-E7F7-4A08-9318-826D7B0B24A2}" type="presParOf" srcId="{589E1D31-D827-44E8-B4D5-CCD362BC583C}" destId="{8ECD7D05-F38D-41F4-A849-77B319CE8532}" srcOrd="5" destOrd="0" presId="urn:microsoft.com/office/officeart/2008/layout/LinedList"/>
    <dgm:cxn modelId="{3E75B216-71ED-4FF9-82C7-02E3BC3B57BD}" type="presParOf" srcId="{8ECD7D05-F38D-41F4-A849-77B319CE8532}" destId="{0713FC55-3AD4-4B2B-B4DB-1C4A166C0AA8}" srcOrd="0" destOrd="0" presId="urn:microsoft.com/office/officeart/2008/layout/LinedList"/>
    <dgm:cxn modelId="{391BA796-A0BD-4BF2-8A0A-867F874DE0ED}" type="presParOf" srcId="{8ECD7D05-F38D-41F4-A849-77B319CE8532}" destId="{BBC7734B-909B-4947-AC25-029BAEBFDF02}" srcOrd="1" destOrd="0" presId="urn:microsoft.com/office/officeart/2008/layout/LinedList"/>
    <dgm:cxn modelId="{E1C5D115-C205-4E2E-8023-F80EA1229278}" type="presParOf" srcId="{589E1D31-D827-44E8-B4D5-CCD362BC583C}" destId="{7A758D1C-AB51-4F99-874C-ABE8BC6C3D06}" srcOrd="6" destOrd="0" presId="urn:microsoft.com/office/officeart/2008/layout/LinedList"/>
    <dgm:cxn modelId="{A224DDB6-E3C1-4F63-87F1-48B5F4CBE48D}" type="presParOf" srcId="{589E1D31-D827-44E8-B4D5-CCD362BC583C}" destId="{3871F1BD-BC8C-4803-9D9A-211DD10DA048}" srcOrd="7" destOrd="0" presId="urn:microsoft.com/office/officeart/2008/layout/LinedList"/>
    <dgm:cxn modelId="{4DB4E80B-E1DF-4A01-A136-060C9F07D766}" type="presParOf" srcId="{3871F1BD-BC8C-4803-9D9A-211DD10DA048}" destId="{11D587B9-7BF0-4A4C-A0FB-16C13420A793}" srcOrd="0" destOrd="0" presId="urn:microsoft.com/office/officeart/2008/layout/LinedList"/>
    <dgm:cxn modelId="{4FBA9048-E3E0-4F99-B967-E2BC237907F4}" type="presParOf" srcId="{3871F1BD-BC8C-4803-9D9A-211DD10DA048}" destId="{C09ED0E3-10CC-4A56-8DD0-255C6B3F790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08608F-05F3-4DA4-B800-F0AF8F38D65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7487C14-41C3-4AB5-88E7-A0473F206980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Product Backlog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 Security updates &amp; patches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B5DBB6-887C-4BD4-9274-A73BBC8EB35A}" type="parTrans" cxnId="{ED6CB435-E579-4CC6-92B0-961CA40D2765}">
      <dgm:prSet/>
      <dgm:spPr/>
      <dgm:t>
        <a:bodyPr/>
        <a:lstStyle/>
        <a:p>
          <a:endParaRPr lang="en-US"/>
        </a:p>
      </dgm:t>
    </dgm:pt>
    <dgm:pt modelId="{D13EC854-7B18-4B51-8ADB-E027C6647830}" type="sibTrans" cxnId="{ED6CB435-E579-4CC6-92B0-961CA40D2765}">
      <dgm:prSet/>
      <dgm:spPr/>
      <dgm:t>
        <a:bodyPr/>
        <a:lstStyle/>
        <a:p>
          <a:endParaRPr lang="en-US"/>
        </a:p>
      </dgm:t>
    </dgm:pt>
    <dgm:pt modelId="{88857D5F-0CB0-4111-8F2F-43CE06812B78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Sprint Planning: 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Prioritized detection improvements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F749828-EE25-4069-AB49-514220C5A20D}" type="parTrans" cxnId="{9D7912AB-ED14-48F7-A109-46C0BB6A917B}">
      <dgm:prSet/>
      <dgm:spPr/>
      <dgm:t>
        <a:bodyPr/>
        <a:lstStyle/>
        <a:p>
          <a:endParaRPr lang="en-US"/>
        </a:p>
      </dgm:t>
    </dgm:pt>
    <dgm:pt modelId="{85C5A693-5022-4212-B660-70980F4B3E13}" type="sibTrans" cxnId="{9D7912AB-ED14-48F7-A109-46C0BB6A917B}">
      <dgm:prSet/>
      <dgm:spPr/>
      <dgm:t>
        <a:bodyPr/>
        <a:lstStyle/>
        <a:p>
          <a:endParaRPr lang="en-US"/>
        </a:p>
      </dgm:t>
    </dgm:pt>
    <dgm:pt modelId="{1DA8F185-9B0F-40B5-ABE4-C54716E57BF6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Daily Stand-ups: 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Tracked development progress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5FA7198-989E-468D-854E-1615EFBD813F}" type="parTrans" cxnId="{C9AAC944-3560-4B2C-877D-90CE6F578BDF}">
      <dgm:prSet/>
      <dgm:spPr/>
      <dgm:t>
        <a:bodyPr/>
        <a:lstStyle/>
        <a:p>
          <a:endParaRPr lang="en-US"/>
        </a:p>
      </dgm:t>
    </dgm:pt>
    <dgm:pt modelId="{4AEA4D0D-4D9E-4402-AEF0-B1070FDBF055}" type="sibTrans" cxnId="{C9AAC944-3560-4B2C-877D-90CE6F578BDF}">
      <dgm:prSet/>
      <dgm:spPr/>
      <dgm:t>
        <a:bodyPr/>
        <a:lstStyle/>
        <a:p>
          <a:endParaRPr lang="en-US"/>
        </a:p>
      </dgm:t>
    </dgm:pt>
    <dgm:pt modelId="{EAC6F5B4-BCCD-4280-9044-0688EEF352A9}">
      <dgm:prSet/>
      <dgm:spPr/>
      <dgm:t>
        <a:bodyPr/>
        <a:lstStyle/>
        <a:p>
          <a:r>
            <a:rPr lang="en-US" b="1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Review &amp; Retrospective</a:t>
          </a:r>
          <a:r>
            <a:rPr lang="en-US" b="0" i="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 limited focus on deployment risks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FCAC61-85F0-4F86-8CC7-3D7C1547969B}" type="parTrans" cxnId="{1188A4F7-B3E9-4AE4-B33A-8B91A11FC2E6}">
      <dgm:prSet/>
      <dgm:spPr/>
      <dgm:t>
        <a:bodyPr/>
        <a:lstStyle/>
        <a:p>
          <a:endParaRPr lang="en-US"/>
        </a:p>
      </dgm:t>
    </dgm:pt>
    <dgm:pt modelId="{070EFE4B-E300-4EC2-94E7-CE1EE69181A5}" type="sibTrans" cxnId="{1188A4F7-B3E9-4AE4-B33A-8B91A11FC2E6}">
      <dgm:prSet/>
      <dgm:spPr/>
      <dgm:t>
        <a:bodyPr/>
        <a:lstStyle/>
        <a:p>
          <a:endParaRPr lang="en-US"/>
        </a:p>
      </dgm:t>
    </dgm:pt>
    <dgm:pt modelId="{72C1D085-406A-45C1-B832-5E3B74ED47C1}" type="pres">
      <dgm:prSet presAssocID="{0B08608F-05F3-4DA4-B800-F0AF8F38D65F}" presName="root" presStyleCnt="0">
        <dgm:presLayoutVars>
          <dgm:dir/>
          <dgm:resizeHandles val="exact"/>
        </dgm:presLayoutVars>
      </dgm:prSet>
      <dgm:spPr/>
    </dgm:pt>
    <dgm:pt modelId="{B44DF5E4-4299-4465-8345-5AA40379F96E}" type="pres">
      <dgm:prSet presAssocID="{0B08608F-05F3-4DA4-B800-F0AF8F38D65F}" presName="container" presStyleCnt="0">
        <dgm:presLayoutVars>
          <dgm:dir/>
          <dgm:resizeHandles val="exact"/>
        </dgm:presLayoutVars>
      </dgm:prSet>
      <dgm:spPr/>
    </dgm:pt>
    <dgm:pt modelId="{F4275A4B-5A5D-419E-BE46-5A35B41F2D40}" type="pres">
      <dgm:prSet presAssocID="{77487C14-41C3-4AB5-88E7-A0473F206980}" presName="compNode" presStyleCnt="0"/>
      <dgm:spPr/>
    </dgm:pt>
    <dgm:pt modelId="{B2606C38-37A2-4C08-9398-6BB4B6A2F661}" type="pres">
      <dgm:prSet presAssocID="{77487C14-41C3-4AB5-88E7-A0473F206980}" presName="iconBgRect" presStyleLbl="bgShp" presStyleIdx="0" presStyleCnt="4"/>
      <dgm:spPr/>
    </dgm:pt>
    <dgm:pt modelId="{99BF59D3-FA4E-495D-BC29-14F78B398076}" type="pres">
      <dgm:prSet presAssocID="{77487C14-41C3-4AB5-88E7-A0473F20698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EA4BA7D9-3698-4941-9CDA-F84B9CECF7EF}" type="pres">
      <dgm:prSet presAssocID="{77487C14-41C3-4AB5-88E7-A0473F206980}" presName="spaceRect" presStyleCnt="0"/>
      <dgm:spPr/>
    </dgm:pt>
    <dgm:pt modelId="{D2F4E0A3-1AD5-443A-9491-1FB39257ACC5}" type="pres">
      <dgm:prSet presAssocID="{77487C14-41C3-4AB5-88E7-A0473F206980}" presName="textRect" presStyleLbl="revTx" presStyleIdx="0" presStyleCnt="4">
        <dgm:presLayoutVars>
          <dgm:chMax val="1"/>
          <dgm:chPref val="1"/>
        </dgm:presLayoutVars>
      </dgm:prSet>
      <dgm:spPr/>
    </dgm:pt>
    <dgm:pt modelId="{63BEDDCD-DF86-4FF9-904B-947654E3FE69}" type="pres">
      <dgm:prSet presAssocID="{D13EC854-7B18-4B51-8ADB-E027C6647830}" presName="sibTrans" presStyleLbl="sibTrans2D1" presStyleIdx="0" presStyleCnt="0"/>
      <dgm:spPr/>
    </dgm:pt>
    <dgm:pt modelId="{A461D764-1342-428C-95B5-84805A8CE0AF}" type="pres">
      <dgm:prSet presAssocID="{88857D5F-0CB0-4111-8F2F-43CE06812B78}" presName="compNode" presStyleCnt="0"/>
      <dgm:spPr/>
    </dgm:pt>
    <dgm:pt modelId="{479DCF09-44B9-44C8-A5E1-E333A6ED0FB6}" type="pres">
      <dgm:prSet presAssocID="{88857D5F-0CB0-4111-8F2F-43CE06812B78}" presName="iconBgRect" presStyleLbl="bgShp" presStyleIdx="1" presStyleCnt="4"/>
      <dgm:spPr/>
    </dgm:pt>
    <dgm:pt modelId="{133B8DEF-C71F-4E20-AB64-3D492C0B7A8C}" type="pres">
      <dgm:prSet presAssocID="{88857D5F-0CB0-4111-8F2F-43CE06812B7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69C738D3-55BC-4FEE-948D-7954C96C3DF1}" type="pres">
      <dgm:prSet presAssocID="{88857D5F-0CB0-4111-8F2F-43CE06812B78}" presName="spaceRect" presStyleCnt="0"/>
      <dgm:spPr/>
    </dgm:pt>
    <dgm:pt modelId="{5F6E21A5-4FDE-4588-85C5-BF6FFAA93E54}" type="pres">
      <dgm:prSet presAssocID="{88857D5F-0CB0-4111-8F2F-43CE06812B78}" presName="textRect" presStyleLbl="revTx" presStyleIdx="1" presStyleCnt="4">
        <dgm:presLayoutVars>
          <dgm:chMax val="1"/>
          <dgm:chPref val="1"/>
        </dgm:presLayoutVars>
      </dgm:prSet>
      <dgm:spPr/>
    </dgm:pt>
    <dgm:pt modelId="{95827E9F-026A-4BF3-AD5A-501042C36978}" type="pres">
      <dgm:prSet presAssocID="{85C5A693-5022-4212-B660-70980F4B3E13}" presName="sibTrans" presStyleLbl="sibTrans2D1" presStyleIdx="0" presStyleCnt="0"/>
      <dgm:spPr/>
    </dgm:pt>
    <dgm:pt modelId="{52393E46-22FC-4222-B138-0A704D4E95D5}" type="pres">
      <dgm:prSet presAssocID="{1DA8F185-9B0F-40B5-ABE4-C54716E57BF6}" presName="compNode" presStyleCnt="0"/>
      <dgm:spPr/>
    </dgm:pt>
    <dgm:pt modelId="{85C536B0-B2B4-4FC7-B480-BD8B0D1BE448}" type="pres">
      <dgm:prSet presAssocID="{1DA8F185-9B0F-40B5-ABE4-C54716E57BF6}" presName="iconBgRect" presStyleLbl="bgShp" presStyleIdx="2" presStyleCnt="4"/>
      <dgm:spPr/>
    </dgm:pt>
    <dgm:pt modelId="{43F964EF-1616-427D-B650-DCB5242A9A3F}" type="pres">
      <dgm:prSet presAssocID="{1DA8F185-9B0F-40B5-ABE4-C54716E57BF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CCB14D5B-FC99-4DD8-8159-11CA8E213A52}" type="pres">
      <dgm:prSet presAssocID="{1DA8F185-9B0F-40B5-ABE4-C54716E57BF6}" presName="spaceRect" presStyleCnt="0"/>
      <dgm:spPr/>
    </dgm:pt>
    <dgm:pt modelId="{EC72BEC6-529A-4D2B-99F3-D6992A2D7B77}" type="pres">
      <dgm:prSet presAssocID="{1DA8F185-9B0F-40B5-ABE4-C54716E57BF6}" presName="textRect" presStyleLbl="revTx" presStyleIdx="2" presStyleCnt="4">
        <dgm:presLayoutVars>
          <dgm:chMax val="1"/>
          <dgm:chPref val="1"/>
        </dgm:presLayoutVars>
      </dgm:prSet>
      <dgm:spPr/>
    </dgm:pt>
    <dgm:pt modelId="{0E6CC37B-0A9E-481C-9CDF-FF1D1CEF06D7}" type="pres">
      <dgm:prSet presAssocID="{4AEA4D0D-4D9E-4402-AEF0-B1070FDBF055}" presName="sibTrans" presStyleLbl="sibTrans2D1" presStyleIdx="0" presStyleCnt="0"/>
      <dgm:spPr/>
    </dgm:pt>
    <dgm:pt modelId="{AF4E419B-E28E-4BD2-9D5E-2E863223938C}" type="pres">
      <dgm:prSet presAssocID="{EAC6F5B4-BCCD-4280-9044-0688EEF352A9}" presName="compNode" presStyleCnt="0"/>
      <dgm:spPr/>
    </dgm:pt>
    <dgm:pt modelId="{7D68EA1E-3F90-442D-8316-FB91AA318C5D}" type="pres">
      <dgm:prSet presAssocID="{EAC6F5B4-BCCD-4280-9044-0688EEF352A9}" presName="iconBgRect" presStyleLbl="bgShp" presStyleIdx="3" presStyleCnt="4"/>
      <dgm:spPr/>
    </dgm:pt>
    <dgm:pt modelId="{350EA677-2B51-417A-8719-4C7D122DAF06}" type="pres">
      <dgm:prSet presAssocID="{EAC6F5B4-BCCD-4280-9044-0688EEF352A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39CB70B-8EB0-4CD5-AEF4-E35619DCA783}" type="pres">
      <dgm:prSet presAssocID="{EAC6F5B4-BCCD-4280-9044-0688EEF352A9}" presName="spaceRect" presStyleCnt="0"/>
      <dgm:spPr/>
    </dgm:pt>
    <dgm:pt modelId="{FF5A7D99-C327-456D-BE30-738F838289E6}" type="pres">
      <dgm:prSet presAssocID="{EAC6F5B4-BCCD-4280-9044-0688EEF352A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7727402-C058-45E3-A2D6-3BFDFDFC26C9}" type="presOf" srcId="{88857D5F-0CB0-4111-8F2F-43CE06812B78}" destId="{5F6E21A5-4FDE-4588-85C5-BF6FFAA93E54}" srcOrd="0" destOrd="0" presId="urn:microsoft.com/office/officeart/2018/2/layout/IconCircleList"/>
    <dgm:cxn modelId="{B7D6A80C-27B2-4CBE-840A-87F0517D8072}" type="presOf" srcId="{85C5A693-5022-4212-B660-70980F4B3E13}" destId="{95827E9F-026A-4BF3-AD5A-501042C36978}" srcOrd="0" destOrd="0" presId="urn:microsoft.com/office/officeart/2018/2/layout/IconCircleList"/>
    <dgm:cxn modelId="{ED6CB435-E579-4CC6-92B0-961CA40D2765}" srcId="{0B08608F-05F3-4DA4-B800-F0AF8F38D65F}" destId="{77487C14-41C3-4AB5-88E7-A0473F206980}" srcOrd="0" destOrd="0" parTransId="{ACB5DBB6-887C-4BD4-9274-A73BBC8EB35A}" sibTransId="{D13EC854-7B18-4B51-8ADB-E027C6647830}"/>
    <dgm:cxn modelId="{AA9CD85F-4FF5-41AC-93D7-FF0E66C3AEDE}" type="presOf" srcId="{0B08608F-05F3-4DA4-B800-F0AF8F38D65F}" destId="{72C1D085-406A-45C1-B832-5E3B74ED47C1}" srcOrd="0" destOrd="0" presId="urn:microsoft.com/office/officeart/2018/2/layout/IconCircleList"/>
    <dgm:cxn modelId="{BAE36F62-98EC-4DDC-9A05-BAC0E8876004}" type="presOf" srcId="{77487C14-41C3-4AB5-88E7-A0473F206980}" destId="{D2F4E0A3-1AD5-443A-9491-1FB39257ACC5}" srcOrd="0" destOrd="0" presId="urn:microsoft.com/office/officeart/2018/2/layout/IconCircleList"/>
    <dgm:cxn modelId="{B0F18043-D5DB-4006-8594-BD80D0E0B1F7}" type="presOf" srcId="{EAC6F5B4-BCCD-4280-9044-0688EEF352A9}" destId="{FF5A7D99-C327-456D-BE30-738F838289E6}" srcOrd="0" destOrd="0" presId="urn:microsoft.com/office/officeart/2018/2/layout/IconCircleList"/>
    <dgm:cxn modelId="{C9AAC944-3560-4B2C-877D-90CE6F578BDF}" srcId="{0B08608F-05F3-4DA4-B800-F0AF8F38D65F}" destId="{1DA8F185-9B0F-40B5-ABE4-C54716E57BF6}" srcOrd="2" destOrd="0" parTransId="{C5FA7198-989E-468D-854E-1615EFBD813F}" sibTransId="{4AEA4D0D-4D9E-4402-AEF0-B1070FDBF055}"/>
    <dgm:cxn modelId="{F3A3CE5A-8E9D-49DC-A07E-5477B7E47694}" type="presOf" srcId="{1DA8F185-9B0F-40B5-ABE4-C54716E57BF6}" destId="{EC72BEC6-529A-4D2B-99F3-D6992A2D7B77}" srcOrd="0" destOrd="0" presId="urn:microsoft.com/office/officeart/2018/2/layout/IconCircleList"/>
    <dgm:cxn modelId="{9D7912AB-ED14-48F7-A109-46C0BB6A917B}" srcId="{0B08608F-05F3-4DA4-B800-F0AF8F38D65F}" destId="{88857D5F-0CB0-4111-8F2F-43CE06812B78}" srcOrd="1" destOrd="0" parTransId="{FF749828-EE25-4069-AB49-514220C5A20D}" sibTransId="{85C5A693-5022-4212-B660-70980F4B3E13}"/>
    <dgm:cxn modelId="{129EC4D4-4A1B-4529-82AA-4985D9D39E1F}" type="presOf" srcId="{4AEA4D0D-4D9E-4402-AEF0-B1070FDBF055}" destId="{0E6CC37B-0A9E-481C-9CDF-FF1D1CEF06D7}" srcOrd="0" destOrd="0" presId="urn:microsoft.com/office/officeart/2018/2/layout/IconCircleList"/>
    <dgm:cxn modelId="{6A2C2ADC-357C-474C-B6DE-16091FBF28B8}" type="presOf" srcId="{D13EC854-7B18-4B51-8ADB-E027C6647830}" destId="{63BEDDCD-DF86-4FF9-904B-947654E3FE69}" srcOrd="0" destOrd="0" presId="urn:microsoft.com/office/officeart/2018/2/layout/IconCircleList"/>
    <dgm:cxn modelId="{1188A4F7-B3E9-4AE4-B33A-8B91A11FC2E6}" srcId="{0B08608F-05F3-4DA4-B800-F0AF8F38D65F}" destId="{EAC6F5B4-BCCD-4280-9044-0688EEF352A9}" srcOrd="3" destOrd="0" parTransId="{D2FCAC61-85F0-4F86-8CC7-3D7C1547969B}" sibTransId="{070EFE4B-E300-4EC2-94E7-CE1EE69181A5}"/>
    <dgm:cxn modelId="{44D9EB16-0A9E-4AD6-9E2A-91694E72462E}" type="presParOf" srcId="{72C1D085-406A-45C1-B832-5E3B74ED47C1}" destId="{B44DF5E4-4299-4465-8345-5AA40379F96E}" srcOrd="0" destOrd="0" presId="urn:microsoft.com/office/officeart/2018/2/layout/IconCircleList"/>
    <dgm:cxn modelId="{5B965B5C-4038-4053-927A-8A6F763E2A05}" type="presParOf" srcId="{B44DF5E4-4299-4465-8345-5AA40379F96E}" destId="{F4275A4B-5A5D-419E-BE46-5A35B41F2D40}" srcOrd="0" destOrd="0" presId="urn:microsoft.com/office/officeart/2018/2/layout/IconCircleList"/>
    <dgm:cxn modelId="{AC04C5CC-F8BD-4E4E-9C38-67968B0F461F}" type="presParOf" srcId="{F4275A4B-5A5D-419E-BE46-5A35B41F2D40}" destId="{B2606C38-37A2-4C08-9398-6BB4B6A2F661}" srcOrd="0" destOrd="0" presId="urn:microsoft.com/office/officeart/2018/2/layout/IconCircleList"/>
    <dgm:cxn modelId="{C4C0532A-B3E9-47D5-A578-3B26CF6658ED}" type="presParOf" srcId="{F4275A4B-5A5D-419E-BE46-5A35B41F2D40}" destId="{99BF59D3-FA4E-495D-BC29-14F78B398076}" srcOrd="1" destOrd="0" presId="urn:microsoft.com/office/officeart/2018/2/layout/IconCircleList"/>
    <dgm:cxn modelId="{6CE7CF75-8E9A-4E94-8D98-30D7C8B5ACBD}" type="presParOf" srcId="{F4275A4B-5A5D-419E-BE46-5A35B41F2D40}" destId="{EA4BA7D9-3698-4941-9CDA-F84B9CECF7EF}" srcOrd="2" destOrd="0" presId="urn:microsoft.com/office/officeart/2018/2/layout/IconCircleList"/>
    <dgm:cxn modelId="{5D9DBE34-C79C-4233-88AF-5BC0B2A81939}" type="presParOf" srcId="{F4275A4B-5A5D-419E-BE46-5A35B41F2D40}" destId="{D2F4E0A3-1AD5-443A-9491-1FB39257ACC5}" srcOrd="3" destOrd="0" presId="urn:microsoft.com/office/officeart/2018/2/layout/IconCircleList"/>
    <dgm:cxn modelId="{FB7D2B45-5C5E-4243-8026-580D55634713}" type="presParOf" srcId="{B44DF5E4-4299-4465-8345-5AA40379F96E}" destId="{63BEDDCD-DF86-4FF9-904B-947654E3FE69}" srcOrd="1" destOrd="0" presId="urn:microsoft.com/office/officeart/2018/2/layout/IconCircleList"/>
    <dgm:cxn modelId="{3EF09BCE-23A4-4DFF-BD24-EB76359986D9}" type="presParOf" srcId="{B44DF5E4-4299-4465-8345-5AA40379F96E}" destId="{A461D764-1342-428C-95B5-84805A8CE0AF}" srcOrd="2" destOrd="0" presId="urn:microsoft.com/office/officeart/2018/2/layout/IconCircleList"/>
    <dgm:cxn modelId="{2E4F3433-C1F4-4AE7-9E75-3149D24E02E5}" type="presParOf" srcId="{A461D764-1342-428C-95B5-84805A8CE0AF}" destId="{479DCF09-44B9-44C8-A5E1-E333A6ED0FB6}" srcOrd="0" destOrd="0" presId="urn:microsoft.com/office/officeart/2018/2/layout/IconCircleList"/>
    <dgm:cxn modelId="{ED99C35A-FC37-4884-98B3-67554A57933A}" type="presParOf" srcId="{A461D764-1342-428C-95B5-84805A8CE0AF}" destId="{133B8DEF-C71F-4E20-AB64-3D492C0B7A8C}" srcOrd="1" destOrd="0" presId="urn:microsoft.com/office/officeart/2018/2/layout/IconCircleList"/>
    <dgm:cxn modelId="{09AC2C63-65C2-4D16-A003-EAEA2EF265D2}" type="presParOf" srcId="{A461D764-1342-428C-95B5-84805A8CE0AF}" destId="{69C738D3-55BC-4FEE-948D-7954C96C3DF1}" srcOrd="2" destOrd="0" presId="urn:microsoft.com/office/officeart/2018/2/layout/IconCircleList"/>
    <dgm:cxn modelId="{E4D956EE-4529-4440-B0C0-CE724C662E38}" type="presParOf" srcId="{A461D764-1342-428C-95B5-84805A8CE0AF}" destId="{5F6E21A5-4FDE-4588-85C5-BF6FFAA93E54}" srcOrd="3" destOrd="0" presId="urn:microsoft.com/office/officeart/2018/2/layout/IconCircleList"/>
    <dgm:cxn modelId="{83902EB6-D108-4778-B4EC-A6D25B3095CE}" type="presParOf" srcId="{B44DF5E4-4299-4465-8345-5AA40379F96E}" destId="{95827E9F-026A-4BF3-AD5A-501042C36978}" srcOrd="3" destOrd="0" presId="urn:microsoft.com/office/officeart/2018/2/layout/IconCircleList"/>
    <dgm:cxn modelId="{8C49F0C7-62E9-4DAD-9904-29BF09C6E02B}" type="presParOf" srcId="{B44DF5E4-4299-4465-8345-5AA40379F96E}" destId="{52393E46-22FC-4222-B138-0A704D4E95D5}" srcOrd="4" destOrd="0" presId="urn:microsoft.com/office/officeart/2018/2/layout/IconCircleList"/>
    <dgm:cxn modelId="{3C545554-E582-456E-884A-1EFC928A2F06}" type="presParOf" srcId="{52393E46-22FC-4222-B138-0A704D4E95D5}" destId="{85C536B0-B2B4-4FC7-B480-BD8B0D1BE448}" srcOrd="0" destOrd="0" presId="urn:microsoft.com/office/officeart/2018/2/layout/IconCircleList"/>
    <dgm:cxn modelId="{7C67E595-3268-4093-B7DE-670551054A66}" type="presParOf" srcId="{52393E46-22FC-4222-B138-0A704D4E95D5}" destId="{43F964EF-1616-427D-B650-DCB5242A9A3F}" srcOrd="1" destOrd="0" presId="urn:microsoft.com/office/officeart/2018/2/layout/IconCircleList"/>
    <dgm:cxn modelId="{A7C743AC-62F1-4D18-AD9E-C4DF3B5EBB99}" type="presParOf" srcId="{52393E46-22FC-4222-B138-0A704D4E95D5}" destId="{CCB14D5B-FC99-4DD8-8159-11CA8E213A52}" srcOrd="2" destOrd="0" presId="urn:microsoft.com/office/officeart/2018/2/layout/IconCircleList"/>
    <dgm:cxn modelId="{F239B436-55EA-49A1-8A88-FF8362F0A9E8}" type="presParOf" srcId="{52393E46-22FC-4222-B138-0A704D4E95D5}" destId="{EC72BEC6-529A-4D2B-99F3-D6992A2D7B77}" srcOrd="3" destOrd="0" presId="urn:microsoft.com/office/officeart/2018/2/layout/IconCircleList"/>
    <dgm:cxn modelId="{AE997D07-1FA2-4C0C-873A-89734543ACE6}" type="presParOf" srcId="{B44DF5E4-4299-4465-8345-5AA40379F96E}" destId="{0E6CC37B-0A9E-481C-9CDF-FF1D1CEF06D7}" srcOrd="5" destOrd="0" presId="urn:microsoft.com/office/officeart/2018/2/layout/IconCircleList"/>
    <dgm:cxn modelId="{EB5767FB-E605-4AA2-BEA2-BFC5B355191E}" type="presParOf" srcId="{B44DF5E4-4299-4465-8345-5AA40379F96E}" destId="{AF4E419B-E28E-4BD2-9D5E-2E863223938C}" srcOrd="6" destOrd="0" presId="urn:microsoft.com/office/officeart/2018/2/layout/IconCircleList"/>
    <dgm:cxn modelId="{131CEE90-F145-4E81-9741-1743A0093040}" type="presParOf" srcId="{AF4E419B-E28E-4BD2-9D5E-2E863223938C}" destId="{7D68EA1E-3F90-442D-8316-FB91AA318C5D}" srcOrd="0" destOrd="0" presId="urn:microsoft.com/office/officeart/2018/2/layout/IconCircleList"/>
    <dgm:cxn modelId="{73F543CD-21E6-4232-B387-C8A242D525C2}" type="presParOf" srcId="{AF4E419B-E28E-4BD2-9D5E-2E863223938C}" destId="{350EA677-2B51-417A-8719-4C7D122DAF06}" srcOrd="1" destOrd="0" presId="urn:microsoft.com/office/officeart/2018/2/layout/IconCircleList"/>
    <dgm:cxn modelId="{AA4F2842-A607-45F5-BC25-E14E9CE9DCAF}" type="presParOf" srcId="{AF4E419B-E28E-4BD2-9D5E-2E863223938C}" destId="{539CB70B-8EB0-4CD5-AEF4-E35619DCA783}" srcOrd="2" destOrd="0" presId="urn:microsoft.com/office/officeart/2018/2/layout/IconCircleList"/>
    <dgm:cxn modelId="{FD65BDDB-2971-40DC-B715-649C5908788C}" type="presParOf" srcId="{AF4E419B-E28E-4BD2-9D5E-2E863223938C}" destId="{FF5A7D99-C327-456D-BE30-738F838289E6}" srcOrd="3" destOrd="0" presId="urn:microsoft.com/office/officeart/2018/2/layout/IconCircleList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58D5C-CD6A-4BCC-AA19-FE35FBC3CB4C}">
      <dsp:nvSpPr>
        <dsp:cNvPr id="0" name=""/>
        <dsp:cNvSpPr/>
      </dsp:nvSpPr>
      <dsp:spPr>
        <a:xfrm>
          <a:off x="0" y="0"/>
          <a:ext cx="1035376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E25BF-3879-4E46-ABCC-64409C758BB8}">
      <dsp:nvSpPr>
        <dsp:cNvPr id="0" name=""/>
        <dsp:cNvSpPr/>
      </dsp:nvSpPr>
      <dsp:spPr>
        <a:xfrm>
          <a:off x="0" y="0"/>
          <a:ext cx="10353761" cy="92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Agile iterative lifecycle with continuous releases</a:t>
          </a:r>
          <a:endParaRPr lang="en-US" sz="2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0"/>
        <a:ext cx="10353761" cy="923783"/>
      </dsp:txXfrm>
    </dsp:sp>
    <dsp:sp modelId="{9019F92D-8148-4778-A056-47627167800A}">
      <dsp:nvSpPr>
        <dsp:cNvPr id="0" name=""/>
        <dsp:cNvSpPr/>
      </dsp:nvSpPr>
      <dsp:spPr>
        <a:xfrm>
          <a:off x="0" y="923783"/>
          <a:ext cx="10353761" cy="0"/>
        </a:xfrm>
        <a:prstGeom prst="line">
          <a:avLst/>
        </a:prstGeom>
        <a:solidFill>
          <a:schemeClr val="accent2">
            <a:hueOff val="737640"/>
            <a:satOff val="3400"/>
            <a:lumOff val="523"/>
            <a:alphaOff val="0"/>
          </a:schemeClr>
        </a:solidFill>
        <a:ln w="19050" cap="flat" cmpd="sng" algn="ctr">
          <a:solidFill>
            <a:schemeClr val="accent2">
              <a:hueOff val="737640"/>
              <a:satOff val="3400"/>
              <a:lumOff val="52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A6CDD-166A-41C7-9882-466641E8E66A}">
      <dsp:nvSpPr>
        <dsp:cNvPr id="0" name=""/>
        <dsp:cNvSpPr/>
      </dsp:nvSpPr>
      <dsp:spPr>
        <a:xfrm>
          <a:off x="0" y="923783"/>
          <a:ext cx="10353761" cy="92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Planning → Development → Testing → Deployment → Feedback</a:t>
          </a:r>
          <a:endParaRPr lang="en-US" sz="2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923783"/>
        <a:ext cx="10353761" cy="923783"/>
      </dsp:txXfrm>
    </dsp:sp>
    <dsp:sp modelId="{D1D60FBD-7D03-48A8-A830-4EA439D502F8}">
      <dsp:nvSpPr>
        <dsp:cNvPr id="0" name=""/>
        <dsp:cNvSpPr/>
      </dsp:nvSpPr>
      <dsp:spPr>
        <a:xfrm>
          <a:off x="0" y="1847567"/>
          <a:ext cx="10353761" cy="0"/>
        </a:xfrm>
        <a:prstGeom prst="line">
          <a:avLst/>
        </a:prstGeom>
        <a:solidFill>
          <a:schemeClr val="accent2">
            <a:hueOff val="1475280"/>
            <a:satOff val="6801"/>
            <a:lumOff val="1046"/>
            <a:alphaOff val="0"/>
          </a:schemeClr>
        </a:solidFill>
        <a:ln w="19050" cap="flat" cmpd="sng" algn="ctr">
          <a:solidFill>
            <a:schemeClr val="accent2">
              <a:hueOff val="1475280"/>
              <a:satOff val="6801"/>
              <a:lumOff val="10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13FC55-3AD4-4B2B-B4DB-1C4A166C0AA8}">
      <dsp:nvSpPr>
        <dsp:cNvPr id="0" name=""/>
        <dsp:cNvSpPr/>
      </dsp:nvSpPr>
      <dsp:spPr>
        <a:xfrm>
          <a:off x="0" y="1847567"/>
          <a:ext cx="10353761" cy="92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Faster delivery compared to Waterfall</a:t>
          </a:r>
          <a:endParaRPr lang="en-US" sz="2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847567"/>
        <a:ext cx="10353761" cy="923783"/>
      </dsp:txXfrm>
    </dsp:sp>
    <dsp:sp modelId="{7A758D1C-AB51-4F99-874C-ABE8BC6C3D06}">
      <dsp:nvSpPr>
        <dsp:cNvPr id="0" name=""/>
        <dsp:cNvSpPr/>
      </dsp:nvSpPr>
      <dsp:spPr>
        <a:xfrm>
          <a:off x="0" y="2771351"/>
          <a:ext cx="10353761" cy="0"/>
        </a:xfrm>
        <a:prstGeom prst="line">
          <a:avLst/>
        </a:prstGeom>
        <a:solidFill>
          <a:schemeClr val="accent2">
            <a:hueOff val="2212920"/>
            <a:satOff val="10201"/>
            <a:lumOff val="1569"/>
            <a:alphaOff val="0"/>
          </a:schemeClr>
        </a:solidFill>
        <a:ln w="19050" cap="flat" cmpd="sng" algn="ctr">
          <a:solidFill>
            <a:schemeClr val="accent2">
              <a:hueOff val="2212920"/>
              <a:satOff val="10201"/>
              <a:lumOff val="1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587B9-7BF0-4A4C-A0FB-16C13420A793}">
      <dsp:nvSpPr>
        <dsp:cNvPr id="0" name=""/>
        <dsp:cNvSpPr/>
      </dsp:nvSpPr>
      <dsp:spPr>
        <a:xfrm>
          <a:off x="0" y="2771351"/>
          <a:ext cx="10353761" cy="9237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Weak validation phases caused deployment risk</a:t>
          </a:r>
          <a:endParaRPr lang="en-US" sz="2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2771351"/>
        <a:ext cx="10353761" cy="92378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606C38-37A2-4C08-9398-6BB4B6A2F661}">
      <dsp:nvSpPr>
        <dsp:cNvPr id="0" name=""/>
        <dsp:cNvSpPr/>
      </dsp:nvSpPr>
      <dsp:spPr>
        <a:xfrm>
          <a:off x="184898" y="211727"/>
          <a:ext cx="1321754" cy="132175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BF59D3-FA4E-495D-BC29-14F78B398076}">
      <dsp:nvSpPr>
        <dsp:cNvPr id="0" name=""/>
        <dsp:cNvSpPr/>
      </dsp:nvSpPr>
      <dsp:spPr>
        <a:xfrm>
          <a:off x="462467" y="489295"/>
          <a:ext cx="766617" cy="7666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F4E0A3-1AD5-443A-9491-1FB39257ACC5}">
      <dsp:nvSpPr>
        <dsp:cNvPr id="0" name=""/>
        <dsp:cNvSpPr/>
      </dsp:nvSpPr>
      <dsp:spPr>
        <a:xfrm>
          <a:off x="1789885" y="211727"/>
          <a:ext cx="3115563" cy="1321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Product Backlog</a:t>
          </a:r>
          <a:r>
            <a:rPr lang="en-US" sz="2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 Security updates &amp; patches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9885" y="211727"/>
        <a:ext cx="3115563" cy="1321754"/>
      </dsp:txXfrm>
    </dsp:sp>
    <dsp:sp modelId="{479DCF09-44B9-44C8-A5E1-E333A6ED0FB6}">
      <dsp:nvSpPr>
        <dsp:cNvPr id="0" name=""/>
        <dsp:cNvSpPr/>
      </dsp:nvSpPr>
      <dsp:spPr>
        <a:xfrm>
          <a:off x="5448312" y="211727"/>
          <a:ext cx="1321754" cy="132175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3B8DEF-C71F-4E20-AB64-3D492C0B7A8C}">
      <dsp:nvSpPr>
        <dsp:cNvPr id="0" name=""/>
        <dsp:cNvSpPr/>
      </dsp:nvSpPr>
      <dsp:spPr>
        <a:xfrm>
          <a:off x="5725881" y="489295"/>
          <a:ext cx="766617" cy="7666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E21A5-4FDE-4588-85C5-BF6FFAA93E54}">
      <dsp:nvSpPr>
        <dsp:cNvPr id="0" name=""/>
        <dsp:cNvSpPr/>
      </dsp:nvSpPr>
      <dsp:spPr>
        <a:xfrm>
          <a:off x="7053299" y="211727"/>
          <a:ext cx="3115563" cy="1321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Sprint Planning: </a:t>
          </a:r>
          <a:r>
            <a:rPr lang="en-US" sz="2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Prioritized detection improvements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53299" y="211727"/>
        <a:ext cx="3115563" cy="1321754"/>
      </dsp:txXfrm>
    </dsp:sp>
    <dsp:sp modelId="{85C536B0-B2B4-4FC7-B480-BD8B0D1BE448}">
      <dsp:nvSpPr>
        <dsp:cNvPr id="0" name=""/>
        <dsp:cNvSpPr/>
      </dsp:nvSpPr>
      <dsp:spPr>
        <a:xfrm>
          <a:off x="184898" y="2161654"/>
          <a:ext cx="1321754" cy="132175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F964EF-1616-427D-B650-DCB5242A9A3F}">
      <dsp:nvSpPr>
        <dsp:cNvPr id="0" name=""/>
        <dsp:cNvSpPr/>
      </dsp:nvSpPr>
      <dsp:spPr>
        <a:xfrm>
          <a:off x="462467" y="2439222"/>
          <a:ext cx="766617" cy="7666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72BEC6-529A-4D2B-99F3-D6992A2D7B77}">
      <dsp:nvSpPr>
        <dsp:cNvPr id="0" name=""/>
        <dsp:cNvSpPr/>
      </dsp:nvSpPr>
      <dsp:spPr>
        <a:xfrm>
          <a:off x="1789885" y="2161654"/>
          <a:ext cx="3115563" cy="1321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Daily Stand-ups: </a:t>
          </a:r>
          <a:r>
            <a:rPr lang="en-US" sz="2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Tracked development progress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89885" y="2161654"/>
        <a:ext cx="3115563" cy="1321754"/>
      </dsp:txXfrm>
    </dsp:sp>
    <dsp:sp modelId="{7D68EA1E-3F90-442D-8316-FB91AA318C5D}">
      <dsp:nvSpPr>
        <dsp:cNvPr id="0" name=""/>
        <dsp:cNvSpPr/>
      </dsp:nvSpPr>
      <dsp:spPr>
        <a:xfrm>
          <a:off x="5448312" y="2161654"/>
          <a:ext cx="1321754" cy="132175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0EA677-2B51-417A-8719-4C7D122DAF06}">
      <dsp:nvSpPr>
        <dsp:cNvPr id="0" name=""/>
        <dsp:cNvSpPr/>
      </dsp:nvSpPr>
      <dsp:spPr>
        <a:xfrm>
          <a:off x="5725881" y="2439222"/>
          <a:ext cx="766617" cy="7666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A7D99-C327-456D-BE30-738F838289E6}">
      <dsp:nvSpPr>
        <dsp:cNvPr id="0" name=""/>
        <dsp:cNvSpPr/>
      </dsp:nvSpPr>
      <dsp:spPr>
        <a:xfrm>
          <a:off x="7053299" y="2161654"/>
          <a:ext cx="3115563" cy="13217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Review &amp; Retrospective</a:t>
          </a:r>
          <a:r>
            <a:rPr lang="en-US" sz="2400" b="0" i="0" kern="1200" baseline="0" dirty="0">
              <a:latin typeface="Times New Roman" panose="02020603050405020304" pitchFamily="18" charset="0"/>
              <a:cs typeface="Times New Roman" panose="02020603050405020304" pitchFamily="18" charset="0"/>
            </a:rPr>
            <a:t>: limited focus on deployment risks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7053299" y="2161654"/>
        <a:ext cx="3115563" cy="13217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97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37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1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433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94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3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78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485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58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669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57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810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27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80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92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062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886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0D1F7-549F-4A60-87E9-E2D19C48252D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4652B-56BF-48F2-9163-3C077F3EF0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6238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utpaqp.edu.pe/post/printable-thank-you-cards-to-color/thank-you-cards-to-print-and-colo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AEFD35-A81A-DA00-9707-8E0E18AF7E1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63" b="11492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303E62F-257C-43A0-BEF7-E0DECD8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325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8E8C96-5F2C-39AF-D8AF-F27048F02A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3795" y="609600"/>
            <a:ext cx="10353761" cy="132632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CrowdStrike 2024 Global Outage – Case Study</a:t>
            </a:r>
            <a:b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 &amp; Agile Development (SEAD)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E7AF7-581E-34E2-B466-1CBB5DB0A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819" y="2123768"/>
            <a:ext cx="11139738" cy="4375354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 algn="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</a:t>
            </a:r>
            <a:b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Pathan Mohammed Akram Khan</a:t>
            </a:r>
            <a:b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 No: 2023BCSE07AED041</a:t>
            </a:r>
            <a:b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Class: VI CSE AIML A</a:t>
            </a:r>
          </a:p>
          <a:p>
            <a:pPr algn="r"/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U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Sengottaiyan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N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4622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98B00-A42C-8BDE-DD52-837440F6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D0E07F-4CEA-0FC6-22FD-0F9E8577A3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7085" y="2308061"/>
            <a:ext cx="771038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outage caused by faulty kernel-level update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Failure in Agile governance and DevOps pipeline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Impacted aviation, banking, healthcare sectors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Case study analyzed using SEAD principles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SDLC, risk management, and ethical practices</a:t>
            </a:r>
          </a:p>
        </p:txBody>
      </p:sp>
    </p:spTree>
    <p:extLst>
      <p:ext uri="{BB962C8B-B14F-4D97-AF65-F5344CB8AC3E}">
        <p14:creationId xmlns:p14="http://schemas.microsoft.com/office/powerpoint/2010/main" val="3807947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373A-1438-A505-1AEC-F3A76D659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EBEFF3-466D-D293-07BE-5F7A1A26BB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2554" y="2547361"/>
            <a:ext cx="939963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&amp; DevOps enable rapid continuous delivery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disciplined engineering introduces risks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CrowdStrike outage shows real-world software crisis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Highlights importance of safe update deployment</a:t>
            </a:r>
          </a:p>
        </p:txBody>
      </p:sp>
    </p:spTree>
    <p:extLst>
      <p:ext uri="{BB962C8B-B14F-4D97-AF65-F5344CB8AC3E}">
        <p14:creationId xmlns:p14="http://schemas.microsoft.com/office/powerpoint/2010/main" val="351731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78CE7-6007-DC25-4D55-5163DF8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1D4A25-3112-642C-1D30-75A57E0B8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6064"/>
            <a:ext cx="7466530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Frequent automated updates in cybersecurity systems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Kernel-level update released without full validation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staged rollout or rollback mechanism</a:t>
            </a:r>
          </a:p>
          <a:p>
            <a:pPr marL="457200" marR="0" lvl="0" indent="-45720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Result: Global Blue Screen of Death (BSOD) failures</a:t>
            </a:r>
          </a:p>
        </p:txBody>
      </p:sp>
    </p:spTree>
    <p:extLst>
      <p:ext uri="{BB962C8B-B14F-4D97-AF65-F5344CB8AC3E}">
        <p14:creationId xmlns:p14="http://schemas.microsoft.com/office/powerpoint/2010/main" val="2250306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BFBA67F-0D4D-4C2E-A1D7-82D080A4B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46D613-7D84-8A66-EBA5-26BB88BC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A2AC96-1E47-421C-A03F-F98E354EB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95500"/>
            <a:ext cx="12192000" cy="47625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AA32-0E5C-9E3D-57B6-622AE2B0F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6850" y="2463800"/>
            <a:ext cx="9247652" cy="332740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update packages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 behavior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automatic rollback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</a:t>
            </a: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reliability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validation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for global deployment</a:t>
            </a:r>
          </a:p>
          <a:p>
            <a:pPr>
              <a:lnSpc>
                <a:spcPct val="110000"/>
              </a:lnSpc>
            </a:pP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851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AB88CA-B88A-9DF1-A650-3093240F662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rcRect l="25358" r="1732" b="1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DE0D6BE-330A-422D-9BD9-1E18F73C6E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0B7142-4F78-1B81-7804-CE1D6DD77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SDLC Model Used (Agile)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5A04602-BEFA-EE62-96DD-93081BCD7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6572149"/>
              </p:ext>
            </p:extLst>
          </p:nvPr>
        </p:nvGraphicFramePr>
        <p:xfrm>
          <a:off x="913795" y="2096064"/>
          <a:ext cx="10353762" cy="369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8771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9A3CEE-7386-EB8B-2AE0-AC28A0F39A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b="20236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8303E62F-257C-43A0-BEF7-E0DECD8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325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ADD48-BE6B-429F-92D1-474876461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Methodology Applied (Scrum)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4E78EEDF-6E51-766D-D414-8525DC9BA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3696710"/>
              </p:ext>
            </p:extLst>
          </p:nvPr>
        </p:nvGraphicFramePr>
        <p:xfrm>
          <a:off x="913795" y="2096064"/>
          <a:ext cx="10353762" cy="36951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544529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C61B2E-0576-6161-8529-3950893F48B4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rcRect b="20213"/>
          <a:stretch>
            <a:fillRect/>
          </a:stretch>
        </p:blipFill>
        <p:spPr>
          <a:xfrm>
            <a:off x="20" y="9"/>
            <a:ext cx="12191980" cy="674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60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8A74-4B11-E0C3-7D60-BDCD038D5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Background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275D6F31-4C0D-066C-10F0-0B6992FCDE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6064"/>
            <a:ext cx="6352824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CrowdStrike Falcon – endpoint cybersecurity platform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Kernel-level agent for threat detection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analytics &amp; CDN update distribution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Requires extremely reliable deployment controls</a:t>
            </a:r>
          </a:p>
        </p:txBody>
      </p:sp>
    </p:spTree>
    <p:extLst>
      <p:ext uri="{BB962C8B-B14F-4D97-AF65-F5344CB8AC3E}">
        <p14:creationId xmlns:p14="http://schemas.microsoft.com/office/powerpoint/2010/main" val="944584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1166-5A0E-7B45-87B4-F569C7376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Incident Description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F18EBE-26E1-13E8-AF1E-ADEC9DD9A2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6064"/>
            <a:ext cx="6352824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Date: 19 July 2024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Faulty content update released globally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Triggered Windows BSOD errors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recovery required on each endpoint</a:t>
            </a:r>
          </a:p>
        </p:txBody>
      </p:sp>
    </p:spTree>
    <p:extLst>
      <p:ext uri="{BB962C8B-B14F-4D97-AF65-F5344CB8AC3E}">
        <p14:creationId xmlns:p14="http://schemas.microsoft.com/office/powerpoint/2010/main" val="2096692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B4141-B6AC-FCBA-8FEE-70970E4C3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Root Cause</a:t>
            </a:r>
            <a:b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8DA6D92-CF23-B57A-A70C-C210694F2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6352824" cy="36951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Malformed channel file in CsAgent.sys driver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Missing memory validation checks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kernel compatibility testing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pipeline allowed faulty release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421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55603B9-7DD3-57CC-6CD4-C94D29AE19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b="5886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303E62F-257C-43A0-BEF7-E0DECD8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325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3FDDC-56A5-585B-3C99-E55C2DBBF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DevOps Pipeline Failures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149CB06-F1C8-723F-E9C3-912D051C12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6064"/>
            <a:ext cx="10353762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canary or phased deployment strategy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automated rollback mechanism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regression &amp; compatibility testing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monitoring and observability</a:t>
            </a:r>
          </a:p>
        </p:txBody>
      </p:sp>
    </p:spTree>
    <p:extLst>
      <p:ext uri="{BB962C8B-B14F-4D97-AF65-F5344CB8AC3E}">
        <p14:creationId xmlns:p14="http://schemas.microsoft.com/office/powerpoint/2010/main" val="581825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D37623-6059-5604-AD7C-1E5883AF90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9272"/>
          <a:stretch>
            <a:fillRect/>
          </a:stretch>
        </p:blipFill>
        <p:spPr>
          <a:xfrm>
            <a:off x="913795" y="643466"/>
            <a:ext cx="10276720" cy="5571067"/>
          </a:xfrm>
          <a:prstGeom prst="rect">
            <a:avLst/>
          </a:prstGeom>
          <a:ln w="1270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</p:pic>
    </p:spTree>
    <p:extLst>
      <p:ext uri="{BB962C8B-B14F-4D97-AF65-F5344CB8AC3E}">
        <p14:creationId xmlns:p14="http://schemas.microsoft.com/office/powerpoint/2010/main" val="624928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5AFFFF1-3E24-3F10-8785-8E1EB55FB7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t="6233" b="27021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303E62F-257C-43A0-BEF7-E0DECD8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325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DF06E7-32A2-C531-71C3-040BB864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1B04322-FA96-4EE1-E603-2406D3822F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6064"/>
            <a:ext cx="10353762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Kernel update = High likelihood &amp; Critical impact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formal risk assessment matrix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mitigation planning before deployment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Required staged release and fallback mechanisms</a:t>
            </a:r>
          </a:p>
        </p:txBody>
      </p:sp>
    </p:spTree>
    <p:extLst>
      <p:ext uri="{BB962C8B-B14F-4D97-AF65-F5344CB8AC3E}">
        <p14:creationId xmlns:p14="http://schemas.microsoft.com/office/powerpoint/2010/main" val="36346572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F99D510-C769-4A3F-B1BF-0A2F382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2474" y="733425"/>
            <a:ext cx="10693662" cy="5391150"/>
          </a:xfrm>
          <a:prstGeom prst="rect">
            <a:avLst/>
          </a:prstGeom>
          <a:solidFill>
            <a:srgbClr val="FFFFFF"/>
          </a:solidFill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8AADDB-AA23-6DDD-EDF1-38020AF32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496" y="799816"/>
            <a:ext cx="10567008" cy="5258367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2DD38F0-3136-4D36-9445-AAF26688F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496" y="799817"/>
            <a:ext cx="10575170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5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D685CE-6EFE-0870-3BCB-30D4EDADD7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985" r="22270" b="2"/>
          <a:stretch>
            <a:fillRect/>
          </a:stretch>
        </p:blipFill>
        <p:spPr bwMode="auto">
          <a:xfrm>
            <a:off x="10653" y="2030"/>
            <a:ext cx="4059936" cy="6855970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B01800-2C7F-6718-64AD-12073FB18A5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</a:blip>
          <a:srcRect l="10720" r="29275" b="3"/>
          <a:stretch>
            <a:fillRect/>
          </a:stretch>
        </p:blipFill>
        <p:spPr>
          <a:xfrm>
            <a:off x="4070589" y="10"/>
            <a:ext cx="4061475" cy="6855960"/>
          </a:xfrm>
          <a:prstGeom prst="rect">
            <a:avLst/>
          </a:prstGeom>
        </p:spPr>
      </p:pic>
      <p:pic>
        <p:nvPicPr>
          <p:cNvPr id="7" name="Picture 6" descr="System Administrator UML Use Case Diagram.">
            <a:extLst>
              <a:ext uri="{FF2B5EF4-FFF2-40B4-BE49-F238E27FC236}">
                <a16:creationId xmlns:a16="http://schemas.microsoft.com/office/drawing/2014/main" id="{70B51E56-3405-8E07-8CBC-A69CCDC0C32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38" r="12106" b="-3"/>
          <a:stretch>
            <a:fillRect/>
          </a:stretch>
        </p:blipFill>
        <p:spPr bwMode="auto">
          <a:xfrm>
            <a:off x="8132064" y="2030"/>
            <a:ext cx="4059936" cy="6855970"/>
          </a:xfrm>
          <a:prstGeom prst="rect">
            <a:avLst/>
          </a:prstGeom>
          <a:noFill/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3892D4D9-D7AC-488B-8B22-46CABF238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9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9144BA-E3AA-EB8C-4E8C-4BFB508A5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(UML Overview)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CAAF34-C1AB-3CF6-3A97-18081345DD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6064"/>
            <a:ext cx="10353762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 endpoint agents + cloud analytics + console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Case: admin deploys update → system validates → monitors → rollback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Sequence: deployment → validation → telemetry → failure detection → rollback</a:t>
            </a:r>
          </a:p>
        </p:txBody>
      </p:sp>
    </p:spTree>
    <p:extLst>
      <p:ext uri="{BB962C8B-B14F-4D97-AF65-F5344CB8AC3E}">
        <p14:creationId xmlns:p14="http://schemas.microsoft.com/office/powerpoint/2010/main" val="1407743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AA3CC463-F933-4AC4-86E1-5AC14B0C3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025D2DB-A12A-44DB-B00E-F4D622329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F688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57B07D-87BF-5EFC-B05A-658D29D76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8009" y="643467"/>
            <a:ext cx="2444024" cy="2475653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CE7E7877-F64E-4EEA-B778-138031EFF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4180332" cy="2788074"/>
          </a:xfrm>
          <a:prstGeom prst="rect">
            <a:avLst/>
          </a:prstGeom>
          <a:solidFill>
            <a:srgbClr val="FFFFFF"/>
          </a:solidFill>
          <a:ln w="19050">
            <a:solidFill>
              <a:srgbClr val="F688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623E68-5222-3963-1533-4CD809F8FF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0260" y="3748194"/>
            <a:ext cx="3199522" cy="2471631"/>
          </a:xfrm>
          <a:prstGeom prst="rect">
            <a:avLst/>
          </a:prstGeom>
          <a:noFill/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7DD6C4F3-70FD-4F13-919C-702EE4886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0596" y="487090"/>
            <a:ext cx="6741849" cy="5897880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System Administrator UML Use Case Diagram.">
            <a:extLst>
              <a:ext uri="{FF2B5EF4-FFF2-40B4-BE49-F238E27FC236}">
                <a16:creationId xmlns:a16="http://schemas.microsoft.com/office/drawing/2014/main" id="{CC79F0C6-0562-6DE5-6673-BCF82EC709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8795" y="650497"/>
            <a:ext cx="4862021" cy="557106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95467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49CDCF-DA8D-F39B-8DBB-69BDDFF2D91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grayscl/>
          </a:blip>
          <a:srcRect t="7711" b="17807"/>
          <a:stretch>
            <a:fillRect/>
          </a:stretch>
        </p:blipFill>
        <p:spPr>
          <a:xfrm>
            <a:off x="20" y="2030"/>
            <a:ext cx="12191980" cy="685597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303E62F-257C-43A0-BEF7-E0DECD8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325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3000"/>
                </a:schemeClr>
              </a:gs>
              <a:gs pos="100000">
                <a:sysClr val="windowText" lastClr="000000">
                  <a:alpha val="70000"/>
                </a:sys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02D189-7C10-16EC-B34F-02588523D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8BBD-53D2-D6E9-F903-F6428376F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695136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Canary deployment (1–5–10–50–100%)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rollback for failed updates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Dedicated kernel-level testing labs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Formal Change Advisory Board (CAB) governance</a:t>
            </a:r>
          </a:p>
          <a:p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503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E4DC-D48E-8DC3-B9E7-926BE7BAA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Learning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F3B5C1B-DF33-8FE2-A6A1-534164D060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096064"/>
            <a:ext cx="8360834" cy="369513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Agile must be disciplined with strong SE practices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quality is more important than release speed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SDLC integration, risk analysis, DevOps governance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Ethical responsibility critical in safety-critical systems</a:t>
            </a:r>
          </a:p>
        </p:txBody>
      </p:sp>
    </p:spTree>
    <p:extLst>
      <p:ext uri="{BB962C8B-B14F-4D97-AF65-F5344CB8AC3E}">
        <p14:creationId xmlns:p14="http://schemas.microsoft.com/office/powerpoint/2010/main" val="3757563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BCE4EEF-B9A7-80BA-58CA-6E6D79A9BDD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grayscl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931" r="573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C23C8D4-BD3D-4473-B3D0-89011586B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2">
                  <a:lumMod val="75000"/>
                  <a:alpha val="5000"/>
                </a:schemeClr>
              </a:gs>
              <a:gs pos="100000">
                <a:schemeClr val="bg2">
                  <a:lumMod val="40000"/>
                </a:schemeClr>
              </a:gs>
            </a:gsLst>
            <a:path path="circle">
              <a:fillToRect l="50000" t="5000" r="50000" b="95000"/>
            </a:path>
            <a:tileRect/>
          </a:gra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BDF8EE-1FF7-E609-8715-B75071FB011A}"/>
              </a:ext>
            </a:extLst>
          </p:cNvPr>
          <p:cNvSpPr txBox="1"/>
          <p:nvPr/>
        </p:nvSpPr>
        <p:spPr>
          <a:xfrm>
            <a:off x="1595269" y="1122363"/>
            <a:ext cx="9001462" cy="9275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b="1" cap="all" dirty="0">
              <a:solidFill>
                <a:schemeClr val="bg1"/>
              </a:solidFill>
              <a:effectLst>
                <a:outerShdw blurRad="50800" dist="63500" dir="2700000" algn="tl" rotWithShape="0">
                  <a:srgbClr val="000000">
                    <a:alpha val="48000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7559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97</TotalTime>
  <Words>449</Words>
  <Application>Microsoft Office PowerPoint</Application>
  <PresentationFormat>Widescreen</PresentationFormat>
  <Paragraphs>81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Bookman Old Style</vt:lpstr>
      <vt:lpstr>Calibri</vt:lpstr>
      <vt:lpstr>Rockwell</vt:lpstr>
      <vt:lpstr>Times New Roman</vt:lpstr>
      <vt:lpstr>Wingdings</vt:lpstr>
      <vt:lpstr>Damask</vt:lpstr>
      <vt:lpstr>CrowdStrike 2024 Global Outage – Case Study Software Engineering &amp; Agile Development (SEAD)</vt:lpstr>
      <vt:lpstr>Abstract</vt:lpstr>
      <vt:lpstr>Introduction</vt:lpstr>
      <vt:lpstr>Problem Statement</vt:lpstr>
      <vt:lpstr>Requirement Analysis</vt:lpstr>
      <vt:lpstr>SDLC Model Used (Agile)</vt:lpstr>
      <vt:lpstr>Agile Methodology Applied (Scrum)</vt:lpstr>
      <vt:lpstr>PowerPoint Presentation</vt:lpstr>
      <vt:lpstr>Organization Background</vt:lpstr>
      <vt:lpstr>Incident Description</vt:lpstr>
      <vt:lpstr>Technical Root Cause </vt:lpstr>
      <vt:lpstr>DevOps Pipeline Failures</vt:lpstr>
      <vt:lpstr>PowerPoint Presentation</vt:lpstr>
      <vt:lpstr>Risk Analysis</vt:lpstr>
      <vt:lpstr>PowerPoint Presentation</vt:lpstr>
      <vt:lpstr>System Design (UML Overview)</vt:lpstr>
      <vt:lpstr>PowerPoint Presentation</vt:lpstr>
      <vt:lpstr>Recommendations </vt:lpstr>
      <vt:lpstr>Conclusion &amp; Learning Outcomes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PATHAN MOHAMMED AKRAM KHAN</dc:creator>
  <cp:lastModifiedBy>PATHAN MOHAMMED AKRAM KHAN</cp:lastModifiedBy>
  <cp:revision>10</cp:revision>
  <dcterms:created xsi:type="dcterms:W3CDTF">2026-02-19T11:27:49Z</dcterms:created>
  <dcterms:modified xsi:type="dcterms:W3CDTF">2026-02-23T10:36:33Z</dcterms:modified>
</cp:coreProperties>
</file>